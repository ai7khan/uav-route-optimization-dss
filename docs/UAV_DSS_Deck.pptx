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latency (ms)</c:v>
                </c:pt>
              </c:strCache>
            </c:strRef>
          </c:tx>
          <c:spPr>
            <a:solidFill>
              <a:srgbClr val="4DA3FF">
                <a:alpha val="100000"/>
              </a:srgbClr>
            </a:solidFill>
            <a:effectLst/>
          </c:spPr>
          <c:invertIfNegative val="0"/>
          <c:dLbls>
            <c:numFmt formatCode="#,##0&quot; m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8EEF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A* every tick</c:v>
                  </c:pt>
                  <c:pt idx="1">
                    <c:v>Adaptive (ours)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1420</c:v>
                </c:pt>
                <c:pt idx="1">
                  <c:v>130</c:v>
                </c:pt>
              </c:numCache>
            </c:numRef>
          </c:val>
        </c:ser>
        <c:dLbls>
          <c:numFmt formatCode="#,##0&quot; m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8EEF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</c:v>
                </c:pt>
              </c:strCache>
            </c:strRef>
          </c:tx>
          <c:spPr>
            <a:solidFill>
              <a:srgbClr val="4DA3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</c:v>
                </c:pt>
                <c:pt idx="1">
                  <c:v>72</c:v>
                </c:pt>
                <c:pt idx="2">
                  <c:v>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3A4A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63</c:v>
                </c:pt>
                <c:pt idx="2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8EEF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90A4C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support system that re-optimizes UAV routes in real time as weather and air-defense conditions change. All data simulated per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A* every tick = 1420ms total; adaptive = 130ms → 10.9x. Continuous drift ticks are ~0ms via D* Lite incremental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13264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13264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13264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3888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33888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33888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54512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54512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54512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75136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75136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75136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9576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9576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9576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DEFENSE-TECH HACKATHON · PROBLEM 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19202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Route Optimization DSS</a:t>
            </a:r>
            <a:endParaRPr lang="en-US" sz="5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route planning under </a:t>
            </a:r>
            <a:pPr indent="0" marL="0">
              <a:buNone/>
            </a:pPr>
            <a:r>
              <a:rPr lang="en-US" sz="22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weather</a:t>
            </a:r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2200" b="1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air-defense activity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2296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9728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10.9×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replan latency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3484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70916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-39%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 RMSE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2104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 pts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AD-activity prediction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21 passing tests · runs from one command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plans fail against a dynamic battlefield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39696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1396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02996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changes in flight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43230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low visibility and precipitation shift the safe corridor and burn fuel — but pre-set routes ignore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7280" y="3557016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55701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44728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defense switches on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84962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SAM/radar sites illuminate intermittently. A route that was safe at takeoff can fly straight into a live threat.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66344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974336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97280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86460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are computed once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526694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planners fix a route on pre-set parameters and never re-optimize — raising detection and loss risk.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minimize detection risk while meeting time, fuel and altitude constraints — continuously.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five-stage real-time decision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7904" y="2286000"/>
            <a:ext cx="603504" cy="6035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7904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fields + air-defense sites + UAV telemetry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25496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99232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94176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94176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090672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36392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ML predicts weather &amp; threats 6 min ahead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1768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75504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risk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312664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probability + weather hazard cost field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776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0" y="2286000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A* / D* Lite, multi-objective weights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54312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28048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22992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222992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619488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65208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operator dashboard, routes &amp; risk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planners run A* once. Ours re-optimizes every tick — </a:t>
            </a:r>
            <a:pPr indent="0" marL="0">
              <a:buNone/>
            </a:pPr>
            <a:r>
              <a:rPr lang="en-US" sz="15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D* Lite repairs the plan in ~0 ms as conditions drift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ML forecast lets the UAV avoid a SAM </a:t>
            </a:r>
            <a:pPr indent="0" marL="0">
              <a:buNone/>
            </a:pPr>
            <a:r>
              <a:rPr lang="en-US" sz="15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 even activates.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· REAL-TIME RE-PLANNING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A* / D* Lite: replan for free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94360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Operator-facing replan latency (10-tick mission)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246888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82880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296912" y="2084832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4380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drift (weather)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543800" y="2377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repairs only affected cells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103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 ms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040880" y="306324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296912" y="3319272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43800" y="3227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event (SAM pop-up)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4380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A* replan, D* Lite re-warms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3337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~130 ms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040880" y="4343400"/>
            <a:ext cx="4297680" cy="1965960"/>
          </a:xfrm>
          <a:prstGeom prst="roundRect">
            <a:avLst>
              <a:gd name="adj" fmla="val 4186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296912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Correctness, not just speed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296912" y="49377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is proven to return the </a:t>
            </a:r>
            <a:pPr indent="0" marL="0">
              <a:buNone/>
            </a:pPr>
            <a:r>
              <a:rPr lang="en-US" sz="14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optimal cost as A*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(unit-tested). The planner adaptively picks the cheaper strategy each tick — honest engineering, not a one-size claim.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trained models, beaten baselines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nowcaster — PyTorch CNN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weather field 6 minutes ahead; learns the front's advection.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0632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39.4%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than persistence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4617720"/>
            <a:ext cx="457200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(model)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754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5212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(persistence)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5212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on CPU 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5669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1828800"/>
            <a:ext cx="521208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Air-defense activity — sklearn GBM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3774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which SAM emits next; gain over persistence grows with horizon.</a:t>
            </a:r>
            <a:endParaRPr lang="en-US" sz="13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263640" y="292608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00800" y="5943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 pts accuracy · AUC 0.79 at 6-minute horizon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routing around live threats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6400800" cy="4480560"/>
          </a:xfrm>
          <a:prstGeom prst="roundRect">
            <a:avLst>
              <a:gd name="adj" fmla="val 1837"/>
            </a:avLst>
          </a:prstGeom>
          <a:solidFill>
            <a:srgbClr val="0E1A30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9568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0A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THEATRE · ASTANA REGION, KAZAKHSTAN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566160" y="3017520"/>
            <a:ext cx="2377440" cy="237744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4846320"/>
            <a:ext cx="1280160" cy="128016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(active)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463040" y="4206240"/>
            <a:ext cx="274320" cy="155448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 flipH="1">
            <a:off x="1737360" y="2743200"/>
            <a:ext cx="1188720" cy="14630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flipH="1">
            <a:off x="2926080" y="2377440"/>
            <a:ext cx="2103120" cy="36576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029200" y="2377440"/>
            <a:ext cx="1554480" cy="914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62456" y="5660136"/>
            <a:ext cx="201168" cy="20116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8704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83096" y="2368296"/>
            <a:ext cx="201168" cy="20116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97880" y="2103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sets priorities; the optimizer returns three routes: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798064"/>
            <a:ext cx="457200" cy="0"/>
          </a:xfrm>
          <a:prstGeom prst="line">
            <a:avLst/>
          </a:prstGeom>
          <a:noFill/>
          <a:ln w="38100">
            <a:solidFill>
              <a:srgbClr val="4DA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weights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3364992"/>
            <a:ext cx="457200" cy="0"/>
          </a:xfrm>
          <a:prstGeom prst="line">
            <a:avLst/>
          </a:prstGeom>
          <a:noFill/>
          <a:ln w="38100">
            <a:solidFill>
              <a:srgbClr val="33D17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046720" y="3218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218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safety-heavy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3931920"/>
            <a:ext cx="457200" cy="0"/>
          </a:xfrm>
          <a:prstGeom prst="line">
            <a:avLst/>
          </a:prstGeom>
          <a:noFill/>
          <a:ln w="38100">
            <a:solidFill>
              <a:srgbClr val="F5B942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046720" y="37856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7856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time-heavy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98080" y="4572000"/>
            <a:ext cx="3840480" cy="1737360"/>
          </a:xfrm>
          <a:prstGeom prst="roundRect">
            <a:avLst>
              <a:gd name="adj" fmla="val 4737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726680" y="4709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route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5074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detection risk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5074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5458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time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545896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min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584301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risk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84301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enforced: flight time · fuel · altitude band (100–3000 m; altitude scales radar exposure)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stack &amp; security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4DA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15568" y="27980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+ WebSocket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15568" y="32552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2588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vectorized cost field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5568" y="37124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2588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live missions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15568" y="41696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Stateless, shardable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8912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33D17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1728" y="27980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CNN nowcaster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81728" y="32552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GBM classifier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81728" y="37124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D* Lite optimizer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81728" y="41696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weighting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5B9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47888" y="27980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5820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operator dashboard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47888" y="32552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heatmap + threat rings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247888" y="37124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45820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sliders, live clock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47888" y="41696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5820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Zero-build, one command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(brief §7)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97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7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operator credential (PBKDF2)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26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/ Fernet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26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of stored scenarios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955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Env-var secrets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955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plaintext keys in code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MAPPED TO JUDGING CRITERIA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05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prototype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248716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-39% weather RMSE · +22 pts AD (AUC 0.79)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248716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fuel / risk per route; detours keep risk ~7%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3538728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D* Lite + ML pre-emptive avoidance · 10.9×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53872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interface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command-center dashboard, one command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78992" y="459028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2588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architecture doc + 21 passing tests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28232" y="459028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· vectorized · O(cells) optimizer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feeds → trained forecasts → risk field → adaptive optimizer → operator dashboard.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uvicorn backend.api.main:app  →  http://localhost:8017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2026-09-20T09:13:29Z</dcterms:created>
  <dcterms:modified xsi:type="dcterms:W3CDTF">2026-09-20T09:13:29Z</dcterms:modified>
</cp:coreProperties>
</file>